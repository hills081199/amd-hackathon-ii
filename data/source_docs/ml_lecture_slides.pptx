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loss function scores how wrong a model's prediction is compared to the true answer.</a:t>
            </a:r>
          </a:p>
          <a:p>
            <a:r>
              <a:t>Mean squared error penalizes large mistakes more than small ones — the difference is squared before averaging.</a:t>
            </a:r>
          </a:p>
          <a:p>
            <a:r>
              <a:t>The training process searches for parameters that make this score as small as possible across the whole dataset.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Gradient descent updates each parameter by taking a small step in the direction that most reduces the loss.</a:t>
            </a:r>
          </a:p>
          <a:p>
            <a:r>
              <a:t>The learning rate controls how big that step is: too large overshoots the minimum, too small trains very slowly.</a:t>
            </a:r>
          </a:p>
          <a:p>
            <a:r>
              <a:t>Repeating this update thousands of times gradually walks the parameters toward a low-loss configuration.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alone can be misleading, especially when one class is much rarer than another.</a:t>
            </a:r>
          </a:p>
          <a:p>
            <a:r>
              <a:t>Precision and recall separately measure how many predicted positives were correct, and how many actual positives were found.</a:t>
            </a:r>
          </a:p>
          <a:p>
            <a:r>
              <a:t>Held-out validation data — examples the model never trained on — is what makes these metrics trustworthy.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Controlling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model that memorizes its training data instead of learning general patterns will perform poorly on new examples — this is overfitting.</a:t>
            </a:r>
          </a:p>
          <a:p>
            <a:r>
              <a:t>Regularization techniques, such as penalizing large weights or randomly dropping units during training, discourage the model from relying too heavily on any single feature.</a:t>
            </a:r>
          </a:p>
          <a:p>
            <a:r>
              <a:t>Comparing training loss against validation loss over time is the standard way to detect overfitting 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